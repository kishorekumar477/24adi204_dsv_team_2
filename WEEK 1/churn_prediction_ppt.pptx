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CHURN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Purpose, Scope &amp; Dataset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 to Identify At-Risk Telecom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 —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providers operate on recurring, subscription-based revenue. Every customer who cancels represents lost monthly income and a wasted acquisition cost — and replacing a lost customer is far more expensive than retaining an existing one.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520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Silent Departure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rarely give notice — they simply stop renewing their subscription.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324612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3520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Reactive Teams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40233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warning signal, retention teams only act after the customer has already left.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324612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3520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Compounding Loss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40233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churned customer costs both recurring revenue and prior acquisition spend.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120640"/>
            <a:ext cx="3108960" cy="310896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297680"/>
          </a:xfrm>
          <a:prstGeom prst="roundRect">
            <a:avLst>
              <a:gd name="adj" fmla="val 2553"/>
            </a:avLst>
          </a:prstGeom>
          <a:solidFill>
            <a:srgbClr val="0A3D3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telecom company's customer records — including demographic details, subscribed services, account information, and billing behavior — predict whether a customer is likely to churn (cancel their service) in the near future.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56616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B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framed as a binary classification problem: for each customer, the model outputs a prediction of Churn = Yes or Churn = No, using the 20 available features as predictors and the Churn column as the target label to learn from.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Purpose —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8562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we are building this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41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 Churn Risk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reliably flags customers likely to cancel their service.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558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 Drivers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33375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customer attributes are most strongly associated with churn.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43891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270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Support Retention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2519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retention teams a ranked, data-driven list of at-risk customers to act 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5303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1846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Establish a Baseline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51663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reusable analysis and modeling baseline for future churn work.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Purpose — Business Value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solving this problem enables for the business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Early Warning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customers before they cancel, not after.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Targeted Retention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337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teams focus outreach and offers on customers who genuinely need them.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Lower Acquisition Cost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343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an existing customer is cheaper than acquiring a new one.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937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Informed Strategy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5349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which factors — contract type, billing, tenure — most influence churn.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holds one row per telecom customer, combining who they are, what they've subscribed to, how they're billed, and whether they ultimately churned.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 + 1 target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331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Groups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429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Services, Billing, Target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331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(customerID)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21031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2331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Yes/No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5256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3429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outcome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Field groups at a glance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0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83280" y="47091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470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Services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7091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70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Contract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52560" y="470916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470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(Churn)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188720"/>
            <a:ext cx="2926080" cy="292608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— Customer Profile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describing who the customer is and how long they've stayed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829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customer identifier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SeniorCitizen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customer is a senior citizen (1/0)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partner (Yes/No)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dependents (Yes/No)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the customer has stayed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212080"/>
            <a:ext cx="3108960" cy="310896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— Subscribed 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describing which services and add-ons the customer uses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635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2291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phone service (Yes/No)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multiple phone 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internet service (DSL/Fiber/No)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 to online security 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 to online backup 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9340" y="1645920"/>
          <a:ext cx="54635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2291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 to device protection 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 to tech support 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StreamingTV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 to streaming TV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StreamingMovies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 to streaming movies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— Billing &amp; Target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describing contract, billing, and the outcome we predict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Billing &amp; Contract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03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069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term (Month-to-month/1yr/2yr)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PaperlessBilling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paperless billing (Yes/No)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monthly charge 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TotalCharges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amount charged to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 Variable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11680"/>
          <a:ext cx="5303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069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whether customer churned (Yes/No)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2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309360" y="26517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6583680" y="27432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columns total: 20 features describing the customer, plus this one target label used to train the model.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Scope — In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8562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project covers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41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Exploration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clean the telecom customer dataset for quality issues and patterns.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4015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2826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3264408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model-ready features from account, service, and billing fields.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2428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1239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105656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classification models such as Logistic Regression and tree-based models.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50840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9651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Insight Extraction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4946904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drivers of churn to inform business decisions.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Scope — Out of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8562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project does not cover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Production Deployment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49631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or live scoring pipeline is built as part of this project.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354787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to CRM platforms or retention-campaign tools.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475488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Decisions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59943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informs, but does not make, financial or legal decisions about customers.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212080"/>
            <a:ext cx="3108960" cy="310896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Relationships Between Variables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key features are expected to relate to churn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A3D3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76479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Contract Type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764792"/>
            <a:ext cx="6537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far more easily than 1- or 2-year contract holders.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A3D3E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724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66090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660904"/>
            <a:ext cx="6537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customers (low tenure) are more likely to churn than long-standing ones.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A3D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62102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5570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Monthly Charges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557016"/>
            <a:ext cx="6537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monthly charges tend to correlate with a higher likelihood of churn.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7997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A3D3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5171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17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45312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Internet Service Type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453128"/>
            <a:ext cx="6537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Fiber-optic customers show different churn behavior than DSL or no-internet customers.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2760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A3D3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4132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349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Support / Online Security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5349240"/>
            <a:ext cx="6537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these add-ons churn more than those with support in place.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expected directional relationships based on domain knowledge of subscription businesses — the modeling stage will confirm and rank them using the actual data.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2026-07-30T07:01:15Z</dcterms:created>
  <dcterms:modified xsi:type="dcterms:W3CDTF">2026-07-30T07:01:15Z</dcterms:modified>
</cp:coreProperties>
</file>